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  <p:sldMasterId id="2147483706" r:id="rId2"/>
    <p:sldMasterId id="2147483712" r:id="rId3"/>
    <p:sldMasterId id="2147483724" r:id="rId4"/>
  </p:sldMasterIdLst>
  <p:notesMasterIdLst>
    <p:notesMasterId r:id="rId8"/>
  </p:notesMasterIdLst>
  <p:handoutMasterIdLst>
    <p:handoutMasterId r:id="rId9"/>
  </p:handoutMasterIdLst>
  <p:sldIdLst>
    <p:sldId id="446" r:id="rId5"/>
    <p:sldId id="447" r:id="rId6"/>
    <p:sldId id="448" r:id="rId7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288" userDrawn="1">
          <p15:clr>
            <a:srgbClr val="F26B43"/>
          </p15:clr>
        </p15:guide>
        <p15:guide id="3" orient="horz" pos="4056" userDrawn="1">
          <p15:clr>
            <a:srgbClr val="F26B43"/>
          </p15:clr>
        </p15:guide>
        <p15:guide id="4" orient="horz" pos="1488" userDrawn="1">
          <p15:clr>
            <a:srgbClr val="A4A3A4"/>
          </p15:clr>
        </p15:guide>
        <p15:guide id="5" pos="3816" userDrawn="1">
          <p15:clr>
            <a:srgbClr val="A4A3A4"/>
          </p15:clr>
        </p15:guide>
        <p15:guide id="6" pos="7416" userDrawn="1">
          <p15:clr>
            <a:srgbClr val="F26B43"/>
          </p15:clr>
        </p15:guide>
        <p15:guide id="7" orient="horz" pos="312" userDrawn="1">
          <p15:clr>
            <a:srgbClr val="F26B43"/>
          </p15:clr>
        </p15:guide>
        <p15:guide id="8" orient="horz" pos="2160" userDrawn="1">
          <p15:clr>
            <a:srgbClr val="A4A3A4"/>
          </p15:clr>
        </p15:guide>
        <p15:guide id="9" orient="horz" pos="23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F00"/>
    <a:srgbClr val="FDFF8C"/>
    <a:srgbClr val="E288B6"/>
    <a:srgbClr val="D75078"/>
    <a:srgbClr val="8C5896"/>
    <a:srgbClr val="7C6560"/>
    <a:srgbClr val="29282D"/>
    <a:srgbClr val="B38F6A"/>
    <a:srgbClr val="6667AB"/>
    <a:srgbClr val="BBB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8"/>
    <p:restoredTop sz="96327"/>
  </p:normalViewPr>
  <p:slideViewPr>
    <p:cSldViewPr snapToGrid="0">
      <p:cViewPr varScale="1">
        <p:scale>
          <a:sx n="115" d="100"/>
          <a:sy n="115" d="100"/>
        </p:scale>
        <p:origin x="208" y="1536"/>
      </p:cViewPr>
      <p:guideLst>
        <p:guide orient="horz" pos="3672"/>
        <p:guide pos="288"/>
        <p:guide orient="horz" pos="4056"/>
        <p:guide orient="horz" pos="1488"/>
        <p:guide pos="3816"/>
        <p:guide pos="7416"/>
        <p:guide orient="horz" pos="312"/>
        <p:guide orient="horz" pos="2160"/>
        <p:guide orient="horz" pos="23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3440B4-626E-4F3C-BAEA-93BE989AF4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A5570-8E4E-4AA9-B246-5A27A383B9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7194463-BB47-4B36-91B7-153B258F4D90}" type="datetime1">
              <a:rPr lang="en-GB" smtClean="0"/>
              <a:t>25/05/2022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D364A-9468-466A-ACCD-ABB3762BE8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F394-4AD6-48D1-9C4C-1B3D44BBF5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2004FE7-BA7C-4FF4-9756-C6A1F2BCA3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7173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B8101A6-4DD6-450C-BDEC-5915490A5285}" type="datetime1">
              <a:rPr lang="en-GB" noProof="0" smtClean="0"/>
              <a:t>25/05/2022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83F1C3-4FA3-4491-97F4-43CA9C8BDF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963469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956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999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632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7136"/>
            <a:ext cx="6581554" cy="1371600"/>
          </a:xfrm>
        </p:spPr>
        <p:txBody>
          <a:bodyPr rtlCol="0">
            <a:normAutofit/>
          </a:bodyPr>
          <a:lstStyle>
            <a:lvl1pPr>
              <a:lnSpc>
                <a:spcPts val="46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024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1CB8E8-F58A-4B26-B8AA-8977FC608E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</p:spPr>
        <p:txBody>
          <a:bodyPr lIns="0" rtlCol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200" b="1"/>
            </a:lvl1pPr>
            <a:lvl2pPr marL="457200" indent="0">
              <a:lnSpc>
                <a:spcPts val="1800"/>
              </a:lnSpc>
              <a:spcBef>
                <a:spcPts val="0"/>
              </a:spcBef>
              <a:buNone/>
              <a:defRPr sz="1200" b="1"/>
            </a:lvl2pPr>
            <a:lvl3pPr marL="914400" indent="0">
              <a:lnSpc>
                <a:spcPts val="1800"/>
              </a:lnSpc>
              <a:spcBef>
                <a:spcPts val="0"/>
              </a:spcBef>
              <a:buNone/>
              <a:defRPr sz="1200" b="1"/>
            </a:lvl3pPr>
            <a:lvl4pPr marL="1371600" indent="0">
              <a:lnSpc>
                <a:spcPts val="1800"/>
              </a:lnSpc>
              <a:spcBef>
                <a:spcPts val="0"/>
              </a:spcBef>
              <a:buNone/>
              <a:defRPr sz="1200" b="1"/>
            </a:lvl4pPr>
            <a:lvl5pPr marL="1828800" indent="0">
              <a:lnSpc>
                <a:spcPts val="1800"/>
              </a:lnSpc>
              <a:spcBef>
                <a:spcPts val="0"/>
              </a:spcBef>
              <a:buNone/>
              <a:defRPr sz="1200" b="1"/>
            </a:lvl5pPr>
          </a:lstStyle>
          <a:p>
            <a:pPr lvl="0" rtl="0"/>
            <a:r>
              <a:rPr lang="en-GB" noProof="0"/>
              <a:t>Click to text</a:t>
            </a:r>
          </a:p>
        </p:txBody>
      </p:sp>
    </p:spTree>
    <p:extLst>
      <p:ext uri="{BB962C8B-B14F-4D97-AF65-F5344CB8AC3E}">
        <p14:creationId xmlns:p14="http://schemas.microsoft.com/office/powerpoint/2010/main" val="198059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Balance a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>
            <a:normAutofit/>
          </a:bodyPr>
          <a:lstStyle>
            <a:lvl1pPr>
              <a:lnSpc>
                <a:spcPts val="4000"/>
              </a:lnSpc>
              <a:defRPr sz="3200" cap="all" baseline="0"/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0190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Balancing A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869985-B973-4011-9FA2-83D7EBB2EA53}"/>
              </a:ext>
            </a:extLst>
          </p:cNvPr>
          <p:cNvSpPr/>
          <p:nvPr userDrawn="1"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99032"/>
            <a:ext cx="3619501" cy="877824"/>
          </a:xfrm>
        </p:spPr>
        <p:txBody>
          <a:bodyPr rtlCol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54500" y="0"/>
            <a:ext cx="7480300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D44F0-DADD-4DCC-82EC-FDB3E9878AA9}"/>
              </a:ext>
            </a:extLst>
          </p:cNvPr>
          <p:cNvSpPr/>
          <p:nvPr userDrawn="1"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CFE2C9-8B6E-4DDA-A5EA-04581F7629F0}"/>
              </a:ext>
            </a:extLst>
          </p:cNvPr>
          <p:cNvSpPr/>
          <p:nvPr userDrawn="1"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182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n-US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FEDCD9-19A7-423B-ABE0-DDD032DE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7467601" cy="1572768"/>
          </a:xfrm>
        </p:spPr>
        <p:txBody>
          <a:bodyPr rtlCol="0"/>
          <a:lstStyle>
            <a:lvl1pPr>
              <a:lnSpc>
                <a:spcPts val="4600"/>
              </a:lnSpc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BD7372B-17B4-4062-8BFA-745581B273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</p:spPr>
        <p:txBody>
          <a:bodyPr rtlCol="0"/>
          <a:lstStyle>
            <a:lvl1pPr marL="342900" indent="-342900">
              <a:lnSpc>
                <a:spcPts val="3000"/>
              </a:lnSpc>
              <a:spcBef>
                <a:spcPts val="0"/>
              </a:spcBef>
              <a:buFont typeface="+mj-lt"/>
              <a:buAutoNum type="arabicPeriod"/>
              <a:defRPr sz="18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A28F9-9D68-48A2-A1AD-C1C318C0EC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5300" y="1384300"/>
            <a:ext cx="3410712" cy="4572000"/>
          </a:xfrm>
          <a:prstGeom prst="roundRect">
            <a:avLst>
              <a:gd name="adj" fmla="val 2543"/>
            </a:avLst>
          </a:prstGeo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Wellspring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0594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Wellspr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86ECD6-DF3C-4CA6-9A77-ED32AC37F81F}"/>
              </a:ext>
            </a:extLst>
          </p:cNvPr>
          <p:cNvSpPr/>
          <p:nvPr userDrawn="1"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3F081E-4462-4B33-A41E-0432A3B439D9}"/>
              </a:ext>
            </a:extLst>
          </p:cNvPr>
          <p:cNvSpPr/>
          <p:nvPr userDrawn="1"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FA2D1-6BF4-4194-B815-8C66D013FD27}"/>
              </a:ext>
            </a:extLst>
          </p:cNvPr>
          <p:cNvSpPr/>
          <p:nvPr userDrawn="1"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88F0DF-BC0B-473C-82DC-7FC46D38FAC1}"/>
              </a:ext>
            </a:extLst>
          </p:cNvPr>
          <p:cNvSpPr/>
          <p:nvPr userDrawn="1"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3E524-6AEB-4529-804C-0B9CD9992050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FF2CAC-AD21-48FA-AD68-A643AAA6A8C4}"/>
              </a:ext>
            </a:extLst>
          </p:cNvPr>
          <p:cNvCxnSpPr>
            <a:cxnSpLocks/>
          </p:cNvCxnSpPr>
          <p:nvPr userDrawn="1"/>
        </p:nvCxnSpPr>
        <p:spPr>
          <a:xfrm>
            <a:off x="228600" y="2415910"/>
            <a:ext cx="4022558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 rtlCol="0"/>
          <a:lstStyle>
            <a:lvl1pPr>
              <a:lnSpc>
                <a:spcPts val="4320"/>
              </a:lnSpc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225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Star of the show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t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5392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Star of the sh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62B86F-90E5-425E-9F83-8477D8111E1D}"/>
              </a:ext>
            </a:extLst>
          </p:cNvPr>
          <p:cNvSpPr/>
          <p:nvPr userDrawn="1"/>
        </p:nvSpPr>
        <p:spPr>
          <a:xfrm>
            <a:off x="0" y="495300"/>
            <a:ext cx="6057900" cy="133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269853-3C2C-4F9C-B1BB-E00F7A1DB9E1}"/>
              </a:ext>
            </a:extLst>
          </p:cNvPr>
          <p:cNvSpPr/>
          <p:nvPr userDrawn="1"/>
        </p:nvSpPr>
        <p:spPr>
          <a:xfrm>
            <a:off x="6530703" y="495300"/>
            <a:ext cx="2931587" cy="2628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759D58-52AF-4785-8A33-F528F46D88A3}"/>
              </a:ext>
            </a:extLst>
          </p:cNvPr>
          <p:cNvSpPr/>
          <p:nvPr userDrawn="1"/>
        </p:nvSpPr>
        <p:spPr>
          <a:xfrm>
            <a:off x="8852618" y="3863713"/>
            <a:ext cx="29210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3E0F4-EC0D-43C2-AC84-A53134C8566E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489200"/>
            <a:ext cx="5202936" cy="3547872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97700" y="914400"/>
            <a:ext cx="4334256" cy="5093208"/>
          </a:xfrm>
          <a:prstGeom prst="rect">
            <a:avLst/>
          </a:prstGeom>
          <a:solidFill>
            <a:schemeClr val="accent3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0366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Amusements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4288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Amusemen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A3BC27-A809-4F76-931E-2DE01059A5AB}"/>
              </a:ext>
            </a:extLst>
          </p:cNvPr>
          <p:cNvSpPr/>
          <p:nvPr userDrawn="1"/>
        </p:nvSpPr>
        <p:spPr>
          <a:xfrm>
            <a:off x="6712974" y="1651000"/>
            <a:ext cx="460459" cy="520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A5108-5EBA-43CE-BA4A-DA9EEF5D808A}"/>
              </a:ext>
            </a:extLst>
          </p:cNvPr>
          <p:cNvSpPr/>
          <p:nvPr userDrawn="1"/>
        </p:nvSpPr>
        <p:spPr>
          <a:xfrm>
            <a:off x="9271000" y="0"/>
            <a:ext cx="2921000" cy="53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12910-50D0-4906-AB08-F37D02F96D4A}"/>
              </a:ext>
            </a:extLst>
          </p:cNvPr>
          <p:cNvSpPr/>
          <p:nvPr userDrawn="1"/>
        </p:nvSpPr>
        <p:spPr>
          <a:xfrm>
            <a:off x="0" y="2387600"/>
            <a:ext cx="5461000" cy="2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AC760C-BE23-4DA2-A294-3B5668F8AECA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05272" cy="1572126"/>
          </a:xfrm>
        </p:spPr>
        <p:txBody>
          <a:bodyPr rtlCol="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072384"/>
            <a:ext cx="4946904" cy="287121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8040" y="457200"/>
            <a:ext cx="4562856" cy="640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37176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1EFD6E-39BF-4D74-9381-BC19FCC78926}" type="datetime1">
              <a:rPr lang="en-GB" noProof="0" smtClean="0"/>
              <a:t>25/05/2022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C5FADE3-B84E-4AF7-91CC-AB47E1A4361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6348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0" r:id="rId2"/>
    <p:sldLayoutId id="2147483701" r:id="rId3"/>
    <p:sldLayoutId id="2147483702" r:id="rId4"/>
    <p:sldLayoutId id="2147483662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F3EA5D2-BB7B-454C-AD60-E7ADCC7B837E}" type="datetime1">
              <a:rPr lang="en-GB" noProof="0" smtClean="0"/>
              <a:t>25/05/2022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C5FADE3-B84E-4AF7-91CC-AB47E1A4361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160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11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6B77B7B-98A2-43E7-B343-92483A4C89E0}" type="datetime1">
              <a:rPr lang="en-GB" noProof="0" smtClean="0"/>
              <a:t>25/05/2022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C5FADE3-B84E-4AF7-91CC-AB47E1A4361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4450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3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799F4B1-797B-4E32-8DB8-780E3DFC7B73}" type="datetime1">
              <a:rPr lang="en-GB" noProof="0" smtClean="0"/>
              <a:t>25/05/2022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C5FADE3-B84E-4AF7-91CC-AB47E1A4361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3201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0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 of curvy lines">
            <a:extLst>
              <a:ext uri="{FF2B5EF4-FFF2-40B4-BE49-F238E27FC236}">
                <a16:creationId xmlns:a16="http://schemas.microsoft.com/office/drawing/2014/main" id="{81F59575-96AE-45B0-B1FB-3CFC139E9D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450" y="1"/>
            <a:ext cx="12191550" cy="6857999"/>
          </a:xfrm>
        </p:spPr>
      </p:pic>
      <p:sp>
        <p:nvSpPr>
          <p:cNvPr id="18" name="Cloud 17">
            <a:extLst>
              <a:ext uri="{FF2B5EF4-FFF2-40B4-BE49-F238E27FC236}">
                <a16:creationId xmlns:a16="http://schemas.microsoft.com/office/drawing/2014/main" id="{4909ECA0-40D1-6E43-0A0A-0B4E68B37584}"/>
              </a:ext>
            </a:extLst>
          </p:cNvPr>
          <p:cNvSpPr/>
          <p:nvPr/>
        </p:nvSpPr>
        <p:spPr>
          <a:xfrm>
            <a:off x="7720840" y="1992684"/>
            <a:ext cx="4123201" cy="3092461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26" name="Graphic 25" descr="Images with solid fill">
            <a:extLst>
              <a:ext uri="{FF2B5EF4-FFF2-40B4-BE49-F238E27FC236}">
                <a16:creationId xmlns:a16="http://schemas.microsoft.com/office/drawing/2014/main" id="{09810623-D347-1C71-7BA9-E8D9DC64E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3454" y="932685"/>
            <a:ext cx="611619" cy="61161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07EE1E4-E628-E33A-F40B-A9D1AD71CF60}"/>
              </a:ext>
            </a:extLst>
          </p:cNvPr>
          <p:cNvSpPr txBox="1"/>
          <p:nvPr/>
        </p:nvSpPr>
        <p:spPr>
          <a:xfrm>
            <a:off x="3275073" y="1053829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DFF8C"/>
                </a:solidFill>
              </a:rPr>
              <a:t>Low Resolution Video</a:t>
            </a:r>
          </a:p>
        </p:txBody>
      </p:sp>
      <p:pic>
        <p:nvPicPr>
          <p:cNvPr id="28" name="Graphic 27" descr="Images with solid fill">
            <a:extLst>
              <a:ext uri="{FF2B5EF4-FFF2-40B4-BE49-F238E27FC236}">
                <a16:creationId xmlns:a16="http://schemas.microsoft.com/office/drawing/2014/main" id="{D9F01ED9-C2D6-EBC1-304A-ADEE19E9A2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3956" y="5392970"/>
            <a:ext cx="1007313" cy="100731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CDF915C-4347-A429-0B0F-2906D7762731}"/>
              </a:ext>
            </a:extLst>
          </p:cNvPr>
          <p:cNvSpPr txBox="1"/>
          <p:nvPr/>
        </p:nvSpPr>
        <p:spPr>
          <a:xfrm>
            <a:off x="6411269" y="5711961"/>
            <a:ext cx="245451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High Resolution Video</a:t>
            </a:r>
          </a:p>
        </p:txBody>
      </p:sp>
      <p:pic>
        <p:nvPicPr>
          <p:cNvPr id="31" name="Picture 30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8FDEACB-D3AA-70B0-BEF4-E201ADE4371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1840"/>
          <a:stretch/>
        </p:blipFill>
        <p:spPr>
          <a:xfrm>
            <a:off x="267339" y="1992684"/>
            <a:ext cx="6060079" cy="3092461"/>
          </a:xfrm>
          <a:prstGeom prst="rect">
            <a:avLst/>
          </a:prstGeom>
        </p:spPr>
      </p:pic>
      <p:sp>
        <p:nvSpPr>
          <p:cNvPr id="33" name="U-turn Arrow 32">
            <a:extLst>
              <a:ext uri="{FF2B5EF4-FFF2-40B4-BE49-F238E27FC236}">
                <a16:creationId xmlns:a16="http://schemas.microsoft.com/office/drawing/2014/main" id="{78D96A62-0B06-1AD5-0FF6-419C7701BA88}"/>
              </a:ext>
            </a:extLst>
          </p:cNvPr>
          <p:cNvSpPr/>
          <p:nvPr/>
        </p:nvSpPr>
        <p:spPr>
          <a:xfrm>
            <a:off x="1967663" y="392520"/>
            <a:ext cx="8100675" cy="1436883"/>
          </a:xfrm>
          <a:prstGeom prst="uturnArrow">
            <a:avLst>
              <a:gd name="adj1" fmla="val 7766"/>
              <a:gd name="adj2" fmla="val 16821"/>
              <a:gd name="adj3" fmla="val 31887"/>
              <a:gd name="adj4" fmla="val 36225"/>
              <a:gd name="adj5" fmla="val 95663"/>
            </a:avLst>
          </a:prstGeom>
          <a:solidFill>
            <a:srgbClr val="FDFF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U-turn Arrow 33">
            <a:extLst>
              <a:ext uri="{FF2B5EF4-FFF2-40B4-BE49-F238E27FC236}">
                <a16:creationId xmlns:a16="http://schemas.microsoft.com/office/drawing/2014/main" id="{D7B7B34D-37CF-13A4-615E-F07BBF8E4ED5}"/>
              </a:ext>
            </a:extLst>
          </p:cNvPr>
          <p:cNvSpPr/>
          <p:nvPr/>
        </p:nvSpPr>
        <p:spPr>
          <a:xfrm flipH="1" flipV="1">
            <a:off x="4260570" y="5229071"/>
            <a:ext cx="5728255" cy="1348499"/>
          </a:xfrm>
          <a:prstGeom prst="uturnArrow">
            <a:avLst>
              <a:gd name="adj1" fmla="val 7766"/>
              <a:gd name="adj2" fmla="val 16821"/>
              <a:gd name="adj3" fmla="val 31887"/>
              <a:gd name="adj4" fmla="val 36225"/>
              <a:gd name="adj5" fmla="val 9566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5" name="Graphic 34" descr="Images with solid fill">
            <a:extLst>
              <a:ext uri="{FF2B5EF4-FFF2-40B4-BE49-F238E27FC236}">
                <a16:creationId xmlns:a16="http://schemas.microsoft.com/office/drawing/2014/main" id="{6D0AD2C4-0230-099E-04B9-C4230C813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61414" y="2321446"/>
            <a:ext cx="611619" cy="611619"/>
          </a:xfrm>
          <a:prstGeom prst="rect">
            <a:avLst/>
          </a:prstGeom>
        </p:spPr>
      </p:pic>
      <p:pic>
        <p:nvPicPr>
          <p:cNvPr id="36" name="Graphic 35" descr="Images with solid fill">
            <a:extLst>
              <a:ext uri="{FF2B5EF4-FFF2-40B4-BE49-F238E27FC236}">
                <a16:creationId xmlns:a16="http://schemas.microsoft.com/office/drawing/2014/main" id="{35B22653-539A-C865-CDCE-F00601DBC1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3566" y="3714391"/>
            <a:ext cx="1007313" cy="1007313"/>
          </a:xfrm>
          <a:prstGeom prst="rect">
            <a:avLst/>
          </a:prstGeom>
        </p:spPr>
      </p:pic>
      <p:pic>
        <p:nvPicPr>
          <p:cNvPr id="40" name="Graphic 39" descr="Chevron arrows with solid fill">
            <a:extLst>
              <a:ext uri="{FF2B5EF4-FFF2-40B4-BE49-F238E27FC236}">
                <a16:creationId xmlns:a16="http://schemas.microsoft.com/office/drawing/2014/main" id="{DCC39DB0-DC1D-2872-A1E2-CB1B9A0C22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581832" y="3155922"/>
            <a:ext cx="570782" cy="40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1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3" grpId="0" animBg="1"/>
      <p:bldP spid="3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 of curvy lines">
            <a:extLst>
              <a:ext uri="{FF2B5EF4-FFF2-40B4-BE49-F238E27FC236}">
                <a16:creationId xmlns:a16="http://schemas.microsoft.com/office/drawing/2014/main" id="{81F59575-96AE-45B0-B1FB-3CFC139E9D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450" y="1"/>
            <a:ext cx="12191550" cy="6857999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1BA304-91C6-95EA-648A-16393AAD632D}"/>
              </a:ext>
            </a:extLst>
          </p:cNvPr>
          <p:cNvSpPr/>
          <p:nvPr/>
        </p:nvSpPr>
        <p:spPr>
          <a:xfrm>
            <a:off x="3130027" y="2432077"/>
            <a:ext cx="593194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C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Super Resolution</a:t>
            </a:r>
          </a:p>
          <a:p>
            <a:pPr algn="ctr"/>
            <a:r>
              <a:rPr lang="en-GB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C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Video Processing </a:t>
            </a:r>
          </a:p>
        </p:txBody>
      </p:sp>
    </p:spTree>
    <p:extLst>
      <p:ext uri="{BB962C8B-B14F-4D97-AF65-F5344CB8AC3E}">
        <p14:creationId xmlns:p14="http://schemas.microsoft.com/office/powerpoint/2010/main" val="81082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 of curvy lines">
            <a:extLst>
              <a:ext uri="{FF2B5EF4-FFF2-40B4-BE49-F238E27FC236}">
                <a16:creationId xmlns:a16="http://schemas.microsoft.com/office/drawing/2014/main" id="{81F59575-96AE-45B0-B1FB-3CFC139E9D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450" y="1"/>
            <a:ext cx="12191550" cy="6857999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1BA304-91C6-95EA-648A-16393AAD632D}"/>
              </a:ext>
            </a:extLst>
          </p:cNvPr>
          <p:cNvSpPr/>
          <p:nvPr/>
        </p:nvSpPr>
        <p:spPr>
          <a:xfrm>
            <a:off x="2891533" y="2432077"/>
            <a:ext cx="6408934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C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Super Resolution</a:t>
            </a:r>
          </a:p>
          <a:p>
            <a:pPr algn="ctr"/>
            <a:r>
              <a:rPr lang="en-GB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C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Video Before/After</a:t>
            </a:r>
          </a:p>
          <a:p>
            <a:pPr algn="ctr"/>
            <a:r>
              <a:rPr lang="en-GB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C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Comparison</a:t>
            </a:r>
            <a:r>
              <a:rPr lang="en-GB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C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2345323"/>
      </p:ext>
    </p:extLst>
  </p:cSld>
  <p:clrMapOvr>
    <a:masterClrMapping/>
  </p:clrMapOvr>
</p:sld>
</file>

<file path=ppt/theme/theme1.xml><?xml version="1.0" encoding="utf-8"?>
<a:theme xmlns:a="http://schemas.openxmlformats.org/drawingml/2006/main" name="Balancing Act">
  <a:themeElements>
    <a:clrScheme name="Balancing Act">
      <a:dk1>
        <a:sysClr val="windowText" lastClr="000000"/>
      </a:dk1>
      <a:lt1>
        <a:sysClr val="window" lastClr="FFFFFF"/>
      </a:lt1>
      <a:dk2>
        <a:srgbClr val="8A4C5D"/>
      </a:dk2>
      <a:lt2>
        <a:srgbClr val="9E838E"/>
      </a:lt2>
      <a:accent1>
        <a:srgbClr val="C6ADB0"/>
      </a:accent1>
      <a:accent2>
        <a:srgbClr val="E3C0BF"/>
      </a:accent2>
      <a:accent3>
        <a:srgbClr val="D4937F"/>
      </a:accent3>
      <a:accent4>
        <a:srgbClr val="CCB87E"/>
      </a:accent4>
      <a:accent5>
        <a:srgbClr val="6667AB"/>
      </a:accent5>
      <a:accent6>
        <a:srgbClr val="86A094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605075_TF78479028_Win32" id="{468DEE6C-74B7-4C4F-AFDF-900F4959E344}" vid="{D0CD087D-3784-4051-993A-DCD320E11131}"/>
    </a:ext>
  </a:extLst>
</a:theme>
</file>

<file path=ppt/theme/theme2.xml><?xml version="1.0" encoding="utf-8"?>
<a:theme xmlns:a="http://schemas.openxmlformats.org/drawingml/2006/main" name="Wellspring">
  <a:themeElements>
    <a:clrScheme name="Wellspring">
      <a:dk1>
        <a:sysClr val="windowText" lastClr="000000"/>
      </a:dk1>
      <a:lt1>
        <a:sysClr val="window" lastClr="FFFFFF"/>
      </a:lt1>
      <a:dk2>
        <a:srgbClr val="A1CAC9"/>
      </a:dk2>
      <a:lt2>
        <a:srgbClr val="48996B"/>
      </a:lt2>
      <a:accent1>
        <a:srgbClr val="759F51"/>
      </a:accent1>
      <a:accent2>
        <a:srgbClr val="436A2F"/>
      </a:accent2>
      <a:accent3>
        <a:srgbClr val="CFBF54"/>
      </a:accent3>
      <a:accent4>
        <a:srgbClr val="B3832F"/>
      </a:accent4>
      <a:accent5>
        <a:srgbClr val="8C5896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605075_TF78479028_Win32" id="{468DEE6C-74B7-4C4F-AFDF-900F4959E344}" vid="{B0135648-3A67-4268-9BA1-044BA5FC9795}"/>
    </a:ext>
  </a:extLst>
</a:theme>
</file>

<file path=ppt/theme/theme3.xml><?xml version="1.0" encoding="utf-8"?>
<a:theme xmlns:a="http://schemas.openxmlformats.org/drawingml/2006/main" name="Star of the show">
  <a:themeElements>
    <a:clrScheme name="Star of the show">
      <a:dk1>
        <a:sysClr val="windowText" lastClr="000000"/>
      </a:dk1>
      <a:lt1>
        <a:sysClr val="window" lastClr="FFFFFF"/>
      </a:lt1>
      <a:dk2>
        <a:srgbClr val="29282D"/>
      </a:dk2>
      <a:lt2>
        <a:srgbClr val="625C60"/>
      </a:lt2>
      <a:accent1>
        <a:srgbClr val="7C6560"/>
      </a:accent1>
      <a:accent2>
        <a:srgbClr val="AEA392"/>
      </a:accent2>
      <a:accent3>
        <a:srgbClr val="DBD4D0"/>
      </a:accent3>
      <a:accent4>
        <a:srgbClr val="8E7961"/>
      </a:accent4>
      <a:accent5>
        <a:srgbClr val="F0EDE8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605075_TF78479028_Win32" id="{468DEE6C-74B7-4C4F-AFDF-900F4959E344}" vid="{1980BB4A-C572-4B5E-9030-AE366E4DC02E}"/>
    </a:ext>
  </a:extLst>
</a:theme>
</file>

<file path=ppt/theme/theme4.xml><?xml version="1.0" encoding="utf-8"?>
<a:theme xmlns:a="http://schemas.openxmlformats.org/drawingml/2006/main" name="Amusements">
  <a:themeElements>
    <a:clrScheme name="Amusements">
      <a:dk1>
        <a:sysClr val="windowText" lastClr="000000"/>
      </a:dk1>
      <a:lt1>
        <a:sysClr val="window" lastClr="FFFFFF"/>
      </a:lt1>
      <a:dk2>
        <a:srgbClr val="D77E6F"/>
      </a:dk2>
      <a:lt2>
        <a:srgbClr val="6667AB"/>
      </a:lt2>
      <a:accent1>
        <a:srgbClr val="B38F6A"/>
      </a:accent1>
      <a:accent2>
        <a:srgbClr val="D75078"/>
      </a:accent2>
      <a:accent3>
        <a:srgbClr val="E288B6"/>
      </a:accent3>
      <a:accent4>
        <a:srgbClr val="E9445D"/>
      </a:accent4>
      <a:accent5>
        <a:srgbClr val="EEC272"/>
      </a:accent5>
      <a:accent6>
        <a:srgbClr val="85A0A9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605075_TF78479028_Win32" id="{468DEE6C-74B7-4C4F-AFDF-900F4959E344}" vid="{633C6420-6C6E-4D6F-8915-1E4716AC76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Balancing Act</Template>
  <TotalTime>254</TotalTime>
  <Words>20</Words>
  <Application>Microsoft Macintosh PowerPoint</Application>
  <PresentationFormat>Widescreen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Balancing Act</vt:lpstr>
      <vt:lpstr>Wellspring</vt:lpstr>
      <vt:lpstr>Star of the show</vt:lpstr>
      <vt:lpstr>Amusements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Choong Han Soong</dc:creator>
  <cp:lastModifiedBy>Choong Han Soong</cp:lastModifiedBy>
  <cp:revision>2</cp:revision>
  <dcterms:created xsi:type="dcterms:W3CDTF">2022-05-25T01:03:51Z</dcterms:created>
  <dcterms:modified xsi:type="dcterms:W3CDTF">2022-05-25T05:18:30Z</dcterms:modified>
</cp:coreProperties>
</file>